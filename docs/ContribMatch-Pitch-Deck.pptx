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502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ContribMatch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F2F1EE"/>
                </a:solidFill>
                <a:latin typeface="Calibri"/>
              </a:rPr>
              <a:t>Find an issue you can actually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AAAB0"/>
                </a:solidFill>
                <a:latin typeface="Calibri"/>
              </a:rPr>
              <a:t>A name, an issue, a first pull request.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A8A90"/>
                </a:solidFill>
                <a:latin typeface="Calibri"/>
              </a:rPr>
              <a:t>Powered by open-weight Gemma · MIT licensed · Built for Hacktoberfest HackDays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A8A90"/>
                </a:solidFill>
                <a:latin typeface="Calibri"/>
              </a:rPr>
              <a:t>Built by Tanmay Tiwari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contribmatch ·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Open source does not have an issue shortage.
It has a first-step shortage.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this issue still open?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it still unclaimed?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the project still alive?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it a first contribution for me, in a language I use?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What is the first pull request supposed to look like?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bottleneck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81FF"/>
                </a:solidFill>
                <a:latin typeface="Calibri"/>
              </a:rPr>
              <a:t>None of these are code questions — and all of them stop people.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bottleneck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One screen. Four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6712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the issues a beginner can actually finish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60020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60020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373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6712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0–100, every point traceable to a rule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06324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06324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00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30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the files, the steps, the checklist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306324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306324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3200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Guard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630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the quality checks a maintainer would run</a:t>
            </a:r>
          </a:p>
        </p:txBody>
      </p:sp>
      <p:pic>
        <p:nvPicPr>
          <p:cNvPr id="23" name="Picture 22" descr="index-1280-light.png"/>
          <p:cNvPicPr>
            <a:picLocks noChangeAspect="1"/>
          </p:cNvPicPr>
          <p:nvPr/>
        </p:nvPicPr>
        <p:blipFill>
          <a:blip r:embed="rId2"/>
          <a:srcRect b="82759"/>
          <a:stretch>
            <a:fillRect/>
          </a:stretch>
        </p:blipFill>
        <p:spPr>
          <a:xfrm>
            <a:off x="6400800" y="1600200"/>
            <a:ext cx="5303520" cy="36461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2920" y="461772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The home page: the 3D contribution wall and the activity panel, in one view.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Type a GitHub username and the matcher runs the whole pipeline live.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Why open innovation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why open innovation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contribution pipeline is the product, and the product should be owned by the people building it.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friction is not technical. It is informational. Information is something a tool can carry.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No backend, no account, no data collection: the trust argument is the architecture, not a promise.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MIT licensed and forkable in an afternoon, so a community can run their own version.</a:t>
            </a:r>
          </a:p>
        </p:txBody>
      </p:sp>
      <p:pic>
        <p:nvPicPr>
          <p:cNvPr id="8" name="Picture 7" descr="open-innovation-1280-light.png"/>
          <p:cNvPicPr>
            <a:picLocks noChangeAspect="1"/>
          </p:cNvPicPr>
          <p:nvPr/>
        </p:nvPicPr>
        <p:blipFill>
          <a:blip r:embed="rId2"/>
          <a:srcRect b="60953"/>
          <a:stretch>
            <a:fillRect/>
          </a:stretch>
        </p:blipFill>
        <p:spPr>
          <a:xfrm>
            <a:off x="6537960" y="1737360"/>
            <a:ext cx="5120640" cy="4000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why open innovation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Static site, vanilla ES modules, no build step, no framework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Business logic is DOM-free; only js/ui touches the document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One provider interface, two implementations, one mock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Rules first: the model only ever sees the top eight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783080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6537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Profile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6712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public activity → skills, level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2624328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70662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Scout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0837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GitHub search → candidate issues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60" y="3465576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35478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Ranker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84962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rules → top 8 → Gemma → 0–100 + reasons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4306824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Coach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6908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issue → plan, comment, checklist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5148072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523036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Quality Guard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the flags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5861304"/>
            <a:ext cx="3383280" cy="36576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9893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2D81FF"/>
                </a:solidFill>
                <a:latin typeface="Calibri"/>
              </a:rPr>
              <a:t>shortlisting → localStorage (exports as Markdown)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The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READS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WRITES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11155680" cy="18288"/>
          </a:xfrm>
          <a:prstGeom prst="rect">
            <a:avLst/>
          </a:prstGeom>
          <a:solidFill>
            <a:srgbClr val="D8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231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public repos, languages, topics, 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4231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skills,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7296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Scout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172968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GitHub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172968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a candidate 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22776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Ranker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922776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rules, then the model on the top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922776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0–100 and the reasons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72584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Coach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672584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one issue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672584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the plan, the comment, the 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22392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Quality Guard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5422392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the plan and the 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422392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the flags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Every agent is async run(input, ctx) and returns schema-validated JSON.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Open-weight Gemma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open-weight gemma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Ollama runs Gemma locally — the model that is on your machine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Google AI Studio hosts Gemma, for a shared key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OLLAMA_ORIGINS is the setting people get wrong; it is in the docs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The model is never the only path. Rules carry the ranking; the model carries the wording.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The model rating is blended at 35% into the final score — never 100%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A key is never committed and never sent anywhere but the API it belongs to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737360"/>
            <a:ext cx="5120640" cy="402336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RANKING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468880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01014"/>
                </a:solidFill>
                <a:latin typeface="Calibri"/>
              </a:rPr>
              <a:t>65%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transparent rules: language match, repo health, labels, freshness, activity, body hygiene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2D81FF"/>
                </a:solidFill>
                <a:latin typeface="Calibri"/>
              </a:rPr>
              <a:t>35%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Gemma's rating of the top 8: ease, clarity, fit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open-weight gemma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Exact versus approximate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11155680" cy="96012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848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1014"/>
                </a:solidFill>
                <a:latin typeface="Calibri"/>
              </a:rPr>
              <a:t>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1226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a token is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1226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014"/>
                </a:solidFill>
                <a:latin typeface="Calibri"/>
              </a:rPr>
              <a:t>the full calendar from GraphQL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11155680" cy="96012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82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1014"/>
                </a:solidFill>
                <a:latin typeface="Calibri"/>
              </a:rPr>
              <a:t>Approximate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95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no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20954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014"/>
                </a:solidFill>
                <a:latin typeface="Calibri"/>
              </a:rPr>
              <a:t>about 90 days of public events, mapped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11155680" cy="96012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1014"/>
                </a:solidFill>
                <a:latin typeface="Calibri"/>
              </a:rPr>
              <a:t>Sample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068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no name yet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3068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014"/>
                </a:solidFill>
                <a:latin typeface="Calibri"/>
              </a:rPr>
              <a:t>clearly labelled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578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81FF"/>
                </a:solidFill>
                <a:latin typeface="Calibri"/>
              </a:rPr>
              <a:t>The 3D wall always covers the same window as the panel. An approximation is never drawn as a full year.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honesty as a 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Neutral, square, hairlines, one accent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Depth from perspective and flat offset shadows, never from glow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English, Hindi and Hinglish — including the generated notes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Every control has six states and a 24px minimum target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WCAG AA throughout; the audit runs on every page, in both themes</a:t>
            </a:r>
          </a:p>
        </p:txBody>
      </p:sp>
      <p:pic>
        <p:nvPicPr>
          <p:cNvPr id="8" name="Picture 7" descr="design-system-1280-light.png"/>
          <p:cNvPicPr>
            <a:picLocks noChangeAspect="1"/>
          </p:cNvPicPr>
          <p:nvPr/>
        </p:nvPicPr>
        <p:blipFill>
          <a:blip r:embed="rId2"/>
          <a:srcRect b="80849"/>
          <a:stretch>
            <a:fillRect/>
          </a:stretch>
        </p:blipFill>
        <p:spPr>
          <a:xfrm>
            <a:off x="5806440" y="1737360"/>
            <a:ext cx="5852160" cy="5257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Community packs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community packs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5852160" cy="914400"/>
          </a:xfrm>
          <a:prstGeom prst="rect">
            <a:avLst/>
          </a:prstGeom>
          <a:solidFill>
            <a:srgbClr val="E9E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01014"/>
                </a:solidFill>
                <a:latin typeface="Consolas"/>
              </a:rPr>
              <a:t>{ "id": "web-basics", "type": "skill",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01014"/>
                </a:solidFill>
                <a:latin typeface="Consolas"/>
              </a:rPr>
              <a:t>  "skills": ["html", "css"]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5852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A pack is a plain JSON or YAML file describing skills, tone and vocabulary for an ecosystem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Five ship with the project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npm run validate:packs checks them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Adding one is a pull request, not a ticket — this is the collaboration model, not a feature list</a:t>
            </a:r>
          </a:p>
        </p:txBody>
      </p:sp>
      <p:pic>
        <p:nvPicPr>
          <p:cNvPr id="10" name="Picture 9" descr="packs-1280-light.png"/>
          <p:cNvPicPr>
            <a:picLocks noChangeAspect="1"/>
          </p:cNvPicPr>
          <p:nvPr/>
        </p:nvPicPr>
        <p:blipFill>
          <a:blip r:embed="rId2"/>
          <a:srcRect b="60427"/>
          <a:stretch>
            <a:fillRect/>
          </a:stretch>
        </p:blipFill>
        <p:spPr>
          <a:xfrm>
            <a:off x="6537960" y="1737360"/>
            <a:ext cx="5120640" cy="460057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community packs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try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5852160" cy="1234440"/>
          </a:xfrm>
          <a:prstGeom prst="rect">
            <a:avLst/>
          </a:prstGeom>
          <a:solidFill>
            <a:srgbClr val="10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F1EE"/>
                </a:solidFill>
                <a:latin typeface="Consolas"/>
              </a:rPr>
              <a:t>git clone https://github.com/Tanmay-Tiwaricyber/contribmatch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F1EE"/>
                </a:solidFill>
                <a:latin typeface="Consolas"/>
              </a:rPr>
              <a:t>cd contribmatch &amp;&amp; npm install &amp;&amp; npm run 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5852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npm test runs everything: the packs, the rules, the providers, the orchestrator, and the copy rules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No key needed. Mock mode runs the whole flow offline.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Gemma locally: ollama pull gemma3:4b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737360"/>
            <a:ext cx="5120640" cy="402336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468880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Live app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D81FF"/>
                </a:solidFill>
                <a:latin typeface="Calibri"/>
              </a:rPr>
              <a:t>https://tanmay-tiwaricyber.github.io/contribmatch/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Repository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D81FF"/>
                </a:solidFill>
                <a:latin typeface="Calibri"/>
              </a:rPr>
              <a:t>https://github.com/Tanmay-Tiwaricyber/contribmatch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Demo video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link to be added on submission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try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What is honest about its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ranking is a rubric, not a prediction of success.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model writes the notes; it does not decide the match.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Without a token the graph is three months, not a year.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search only sees what GitHub's search index sees.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It is a static site, which means it cannot do anything on your behalf — and that is on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286000"/>
            <a:ext cx="502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Find an issue you can actually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1EE"/>
                </a:solidFill>
                <a:latin typeface="Consolas"/>
              </a:rPr>
              <a:t>Live: https://tanmay-tiwaricyber.github.io/contribmatch/   ·   Code: https://github.com/Tanmay-Tiwaricyber/contribmatch   ·   Demo: [video link]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AAAB0"/>
                </a:solidFill>
                <a:latin typeface="Calibri"/>
              </a:rPr>
              <a:t>MIT licensed. Open-source because the contribution pipeline is the product, and the product should belong to the people building it.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A8A90"/>
                </a:solidFill>
                <a:latin typeface="Calibri"/>
              </a:rPr>
              <a:t>Built by Tanmay Tiwari · Built for Hacktoberfest HackDays · Powered by open-weight Gemma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contribmatch · 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